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
      <p:font typeface="Merriweath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bold.fntdata"/><Relationship Id="rId11" Type="http://schemas.openxmlformats.org/officeDocument/2006/relationships/slide" Target="slides/slide6.xml"/><Relationship Id="rId22" Type="http://schemas.openxmlformats.org/officeDocument/2006/relationships/font" Target="fonts/Merriweather-boldItalic.fntdata"/><Relationship Id="rId10" Type="http://schemas.openxmlformats.org/officeDocument/2006/relationships/slide" Target="slides/slide5.xml"/><Relationship Id="rId21" Type="http://schemas.openxmlformats.org/officeDocument/2006/relationships/font" Target="fonts/Merriweather-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19" Type="http://schemas.openxmlformats.org/officeDocument/2006/relationships/font" Target="fonts/Merriweather-regular.fntdata"/><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7d6b5f3e1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7d6b5f3e1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d6b5f3e1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d6b5f3e1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d6b5f3e1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d6b5f3e1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7d6b5f3e1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7d6b5f3e1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7d6b5f3e1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7d6b5f3e1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d6b5f3e18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d6b5f3e18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7d6b5f3e18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7d6b5f3e18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d6b5f3e18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7d6b5f3e18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drive.google.com/file/d/12L8Qjd7GT0nKlvZu3X-ygy3jZSCbVb2T/view" TargetMode="External"/><Relationship Id="rId4" Type="http://schemas.openxmlformats.org/officeDocument/2006/relationships/image" Target="../media/image2.jpg"/><Relationship Id="rId5" Type="http://schemas.openxmlformats.org/officeDocument/2006/relationships/hyperlink" Target="http://drive.google.com/file/d/1BzuYVkDU6utcGiOxuq-r_3Z1kuujTWnY/view" TargetMode="External"/><Relationship Id="rId6"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rive.google.com/file/d/1PozjGxzRB5XMWL1AED84-eencp52ABd0/view?usp=sharin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468425" y="2006700"/>
            <a:ext cx="60948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AMAN NATH UPADHYAY</a:t>
            </a:r>
            <a:endParaRPr/>
          </a:p>
        </p:txBody>
      </p:sp>
      <p:sp>
        <p:nvSpPr>
          <p:cNvPr id="65" name="Google Shape;65;p13"/>
          <p:cNvSpPr txBox="1"/>
          <p:nvPr>
            <p:ph idx="1" type="subTitle"/>
          </p:nvPr>
        </p:nvSpPr>
        <p:spPr>
          <a:xfrm>
            <a:off x="1651000" y="25717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Social Media Manager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56225" y="1915075"/>
            <a:ext cx="3706500" cy="1484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About Me :-</a:t>
            </a:r>
            <a:endParaRPr/>
          </a:p>
          <a:p>
            <a:pPr indent="0" lvl="0" marL="0" rtl="0" algn="l">
              <a:spcBef>
                <a:spcPts val="0"/>
              </a:spcBef>
              <a:spcAft>
                <a:spcPts val="0"/>
              </a:spcAft>
              <a:buNone/>
            </a:pPr>
            <a:r>
              <a:rPr lang="en-GB" sz="2066">
                <a:solidFill>
                  <a:srgbClr val="000000"/>
                </a:solidFill>
                <a:latin typeface="Roboto"/>
                <a:ea typeface="Roboto"/>
                <a:cs typeface="Roboto"/>
                <a:sym typeface="Roboto"/>
              </a:rPr>
              <a:t> </a:t>
            </a:r>
            <a:endParaRPr sz="1511"/>
          </a:p>
          <a:p>
            <a:pPr indent="0" lvl="0" marL="0" rtl="0" algn="l">
              <a:spcBef>
                <a:spcPts val="0"/>
              </a:spcBef>
              <a:spcAft>
                <a:spcPts val="0"/>
              </a:spcAft>
              <a:buNone/>
            </a:pPr>
            <a:r>
              <a:t/>
            </a:r>
            <a:endParaRPr sz="2066"/>
          </a:p>
        </p:txBody>
      </p:sp>
      <p:sp>
        <p:nvSpPr>
          <p:cNvPr id="71" name="Google Shape;71;p14"/>
          <p:cNvSpPr txBox="1"/>
          <p:nvPr>
            <p:ph idx="1" type="body"/>
          </p:nvPr>
        </p:nvSpPr>
        <p:spPr>
          <a:xfrm>
            <a:off x="4785725" y="607975"/>
            <a:ext cx="4166400" cy="4098600"/>
          </a:xfrm>
          <a:prstGeom prst="rect">
            <a:avLst/>
          </a:prstGeom>
        </p:spPr>
        <p:txBody>
          <a:bodyPr anchorCtr="0" anchor="t" bIns="91425" lIns="91425" spcFirstLastPara="1" rIns="91425" wrap="square" tIns="91425">
            <a:normAutofit fontScale="92500" lnSpcReduction="10000"/>
          </a:bodyPr>
          <a:lstStyle/>
          <a:p>
            <a:pPr indent="0" lvl="0" marL="0" rtl="0" algn="l">
              <a:lnSpc>
                <a:spcPct val="100000"/>
              </a:lnSpc>
              <a:spcBef>
                <a:spcPts val="0"/>
              </a:spcBef>
              <a:spcAft>
                <a:spcPts val="0"/>
              </a:spcAft>
              <a:buNone/>
            </a:pPr>
            <a:r>
              <a:rPr lang="en-GB" sz="1511">
                <a:solidFill>
                  <a:srgbClr val="000000"/>
                </a:solidFill>
              </a:rPr>
              <a:t>As a passionate BAJMC student, I enjoy crafting creative digital content and managing social media communities. I aim to combine my writing expertise and knowledge of new media technologies to boost brand visibility and audience engagement. My hands-on experience as a content writer and social media intern has equipped me with practical skills to thrive in fast-evolving digital landscapes. Dynamic and technology-savvy student pursuing BAJMC (Bachelor of Arts in Journalism and Mass Communication) with practical experience in content creation, social media management, and digital marketing. Demonstrates strong skills in writing, SEO, and multilingual communication with an aptitude for leveraging latest trends to create engaging and impactful digital media content across multiple platforms.</a:t>
            </a:r>
            <a:endParaRPr sz="1511">
              <a:solidFill>
                <a:schemeClr val="lt1"/>
              </a:solidFill>
              <a:latin typeface="Merriweather"/>
              <a:ea typeface="Merriweather"/>
              <a:cs typeface="Merriweather"/>
              <a:sym typeface="Merriweather"/>
            </a:endParaRPr>
          </a:p>
          <a:p>
            <a:pPr indent="0" lvl="0" marL="0" rtl="0" algn="l">
              <a:lnSpc>
                <a:spcPct val="100000"/>
              </a:lnSpc>
              <a:spcBef>
                <a:spcPts val="0"/>
              </a:spcBef>
              <a:spcAft>
                <a:spcPts val="0"/>
              </a:spcAft>
              <a:buNone/>
            </a:pPr>
            <a:r>
              <a:t/>
            </a:r>
            <a:endParaRPr sz="2066">
              <a:solidFill>
                <a:schemeClr val="lt1"/>
              </a:solidFill>
              <a:latin typeface="Merriweather"/>
              <a:ea typeface="Merriweather"/>
              <a:cs typeface="Merriweather"/>
              <a:sym typeface="Merriweather"/>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54475" y="1769000"/>
            <a:ext cx="3706500" cy="105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Education </a:t>
            </a:r>
            <a:endParaRPr/>
          </a:p>
          <a:p>
            <a:pPr indent="0" lvl="0" marL="0" rtl="0" algn="l">
              <a:spcBef>
                <a:spcPts val="0"/>
              </a:spcBef>
              <a:spcAft>
                <a:spcPts val="0"/>
              </a:spcAft>
              <a:buNone/>
            </a:pPr>
            <a:r>
              <a:t/>
            </a:r>
            <a:endParaRPr/>
          </a:p>
        </p:txBody>
      </p:sp>
      <p:sp>
        <p:nvSpPr>
          <p:cNvPr id="77" name="Google Shape;77;p15"/>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10000"/>
          </a:bodyPr>
          <a:lstStyle/>
          <a:p>
            <a:pPr indent="-361950" lvl="0" marL="457200" rtl="0" algn="l">
              <a:spcBef>
                <a:spcPts val="600"/>
              </a:spcBef>
              <a:spcAft>
                <a:spcPts val="0"/>
              </a:spcAft>
              <a:buSzPts val="2100"/>
              <a:buChar char="●"/>
            </a:pPr>
            <a:r>
              <a:rPr lang="en-GB" sz="2000">
                <a:solidFill>
                  <a:srgbClr val="000000"/>
                </a:solidFill>
              </a:rPr>
              <a:t>Chandigarh Group of Colleges</a:t>
            </a:r>
            <a:br>
              <a:rPr lang="en-GB" sz="2000">
                <a:solidFill>
                  <a:srgbClr val="000000"/>
                </a:solidFill>
              </a:rPr>
            </a:br>
            <a:r>
              <a:rPr lang="en-GB" sz="2000">
                <a:solidFill>
                  <a:srgbClr val="000000"/>
                </a:solidFill>
              </a:rPr>
              <a:t>Bachelor of Arts in Journalism and Mass Communication (BAJMC)</a:t>
            </a:r>
            <a:br>
              <a:rPr lang="en-GB" sz="2000">
                <a:solidFill>
                  <a:srgbClr val="000000"/>
                </a:solidFill>
              </a:rPr>
            </a:br>
            <a:r>
              <a:rPr lang="en-GB" sz="2000">
                <a:solidFill>
                  <a:srgbClr val="000000"/>
                </a:solidFill>
              </a:rPr>
              <a:t>2022 - 2025</a:t>
            </a:r>
            <a:endParaRPr sz="2000">
              <a:solidFill>
                <a:srgbClr val="000000"/>
              </a:solidFill>
            </a:endParaRPr>
          </a:p>
          <a:p>
            <a:pPr indent="0" lvl="0" marL="457200" rtl="0" algn="l">
              <a:spcBef>
                <a:spcPts val="600"/>
              </a:spcBef>
              <a:spcAft>
                <a:spcPts val="0"/>
              </a:spcAft>
              <a:buNone/>
            </a:pPr>
            <a:r>
              <a:t/>
            </a:r>
            <a:endParaRPr sz="2000">
              <a:solidFill>
                <a:srgbClr val="000000"/>
              </a:solidFill>
            </a:endParaRPr>
          </a:p>
          <a:p>
            <a:pPr indent="-361950" lvl="0" marL="457200" rtl="0" algn="l">
              <a:spcBef>
                <a:spcPts val="1200"/>
              </a:spcBef>
              <a:spcAft>
                <a:spcPts val="0"/>
              </a:spcAft>
              <a:buSzPts val="2100"/>
              <a:buChar char="●"/>
            </a:pPr>
            <a:r>
              <a:rPr lang="en-GB" sz="2000">
                <a:solidFill>
                  <a:srgbClr val="000000"/>
                </a:solidFill>
              </a:rPr>
              <a:t>Army Public School, Bathinda</a:t>
            </a:r>
            <a:br>
              <a:rPr lang="en-GB" sz="2000">
                <a:solidFill>
                  <a:srgbClr val="000000"/>
                </a:solidFill>
              </a:rPr>
            </a:br>
            <a:r>
              <a:rPr lang="en-GB" sz="2000">
                <a:solidFill>
                  <a:srgbClr val="000000"/>
                </a:solidFill>
              </a:rPr>
              <a:t>Completed 12th Grade (Arts stream) with 73%</a:t>
            </a:r>
            <a:br>
              <a:rPr lang="en-GB" sz="2000">
                <a:solidFill>
                  <a:srgbClr val="000000"/>
                </a:solidFill>
              </a:rPr>
            </a:br>
            <a:r>
              <a:rPr lang="en-GB" sz="2000">
                <a:solidFill>
                  <a:srgbClr val="000000"/>
                </a:solidFill>
              </a:rPr>
              <a:t>2021 - 2022</a:t>
            </a:r>
            <a:endParaRPr sz="2000">
              <a:solidFill>
                <a:srgbClr val="000000"/>
              </a:solidFill>
            </a:endParaRPr>
          </a:p>
          <a:p>
            <a:pPr indent="0" lvl="0" marL="457200" rtl="0" algn="l">
              <a:spcBef>
                <a:spcPts val="6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2020050"/>
            <a:ext cx="3706500" cy="1103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SKILLS</a:t>
            </a:r>
            <a:endParaRPr/>
          </a:p>
        </p:txBody>
      </p:sp>
      <p:sp>
        <p:nvSpPr>
          <p:cNvPr id="83" name="Google Shape;83;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20000"/>
          </a:bodyPr>
          <a:lstStyle/>
          <a:p>
            <a:pPr indent="-323850" lvl="0" marL="457200" rtl="0" algn="l">
              <a:spcBef>
                <a:spcPts val="0"/>
              </a:spcBef>
              <a:spcAft>
                <a:spcPts val="0"/>
              </a:spcAft>
              <a:buClr>
                <a:srgbClr val="000000"/>
              </a:buClr>
              <a:buSzPts val="1500"/>
              <a:buChar char="●"/>
            </a:pPr>
            <a:r>
              <a:rPr lang="en-GB" sz="1500">
                <a:solidFill>
                  <a:srgbClr val="000000"/>
                </a:solidFill>
              </a:rPr>
              <a:t>Content Writing: Proficient in creating original, SEO-friendly, and audience-specific written content.</a:t>
            </a:r>
            <a:endParaRPr sz="1500">
              <a:solidFill>
                <a:srgbClr val="000000"/>
              </a:solidFill>
            </a:endParaRPr>
          </a:p>
          <a:p>
            <a:pPr indent="-323850" lvl="0" marL="457200" rtl="0" algn="l">
              <a:spcBef>
                <a:spcPts val="0"/>
              </a:spcBef>
              <a:spcAft>
                <a:spcPts val="0"/>
              </a:spcAft>
              <a:buClr>
                <a:srgbClr val="000000"/>
              </a:buClr>
              <a:buSzPts val="1500"/>
              <a:buChar char="●"/>
            </a:pPr>
            <a:r>
              <a:rPr lang="en-GB" sz="1500">
                <a:solidFill>
                  <a:srgbClr val="000000"/>
                </a:solidFill>
              </a:rPr>
              <a:t>Social Media Management: Skilled in managing, scheduling, and analyzing social media campaigns on platforms such as Instagram, Facebook, and Twitter.</a:t>
            </a:r>
            <a:endParaRPr sz="1500">
              <a:solidFill>
                <a:srgbClr val="000000"/>
              </a:solidFill>
            </a:endParaRPr>
          </a:p>
          <a:p>
            <a:pPr indent="-323850" lvl="0" marL="457200" rtl="0" algn="l">
              <a:spcBef>
                <a:spcPts val="0"/>
              </a:spcBef>
              <a:spcAft>
                <a:spcPts val="0"/>
              </a:spcAft>
              <a:buClr>
                <a:srgbClr val="000000"/>
              </a:buClr>
              <a:buSzPts val="1500"/>
              <a:buChar char="●"/>
            </a:pPr>
            <a:r>
              <a:rPr lang="en-GB" sz="1500">
                <a:solidFill>
                  <a:srgbClr val="000000"/>
                </a:solidFill>
              </a:rPr>
              <a:t>SEO Knowledge: Understanding of basic SEO to improve content ranking and web traffic.</a:t>
            </a:r>
            <a:endParaRPr sz="1500">
              <a:solidFill>
                <a:srgbClr val="000000"/>
              </a:solidFill>
            </a:endParaRPr>
          </a:p>
          <a:p>
            <a:pPr indent="-323850" lvl="0" marL="457200" rtl="0" algn="l">
              <a:spcBef>
                <a:spcPts val="0"/>
              </a:spcBef>
              <a:spcAft>
                <a:spcPts val="0"/>
              </a:spcAft>
              <a:buClr>
                <a:srgbClr val="000000"/>
              </a:buClr>
              <a:buSzPts val="1500"/>
              <a:buChar char="●"/>
            </a:pPr>
            <a:r>
              <a:rPr lang="en-GB" sz="1500">
                <a:solidFill>
                  <a:srgbClr val="000000"/>
                </a:solidFill>
              </a:rPr>
              <a:t>Technology Friendly: Comfortable using various digital tools and platforms for content creation and management.</a:t>
            </a:r>
            <a:endParaRPr sz="1500">
              <a:solidFill>
                <a:srgbClr val="000000"/>
              </a:solidFill>
            </a:endParaRPr>
          </a:p>
          <a:p>
            <a:pPr indent="-323850" lvl="0" marL="457200" rtl="0" algn="l">
              <a:spcBef>
                <a:spcPts val="0"/>
              </a:spcBef>
              <a:spcAft>
                <a:spcPts val="0"/>
              </a:spcAft>
              <a:buClr>
                <a:srgbClr val="000000"/>
              </a:buClr>
              <a:buSzPts val="1500"/>
              <a:buChar char="●"/>
            </a:pPr>
            <a:r>
              <a:rPr lang="en-GB" sz="1500">
                <a:solidFill>
                  <a:srgbClr val="000000"/>
                </a:solidFill>
              </a:rPr>
              <a:t>Multilingual Communication: Effective communication in both English and Hindi for content diversity.</a:t>
            </a:r>
            <a:endParaRPr sz="1500">
              <a:solidFill>
                <a:srgbClr val="000000"/>
              </a:solidFill>
            </a:endParaRPr>
          </a:p>
          <a:p>
            <a:pPr indent="0" lvl="0" marL="457200" rtl="0" algn="l">
              <a:spcBef>
                <a:spcPts val="0"/>
              </a:spcBef>
              <a:spcAft>
                <a:spcPts val="1200"/>
              </a:spcAft>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97200" y="2027250"/>
            <a:ext cx="3706500" cy="108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Work Experience</a:t>
            </a:r>
            <a:endParaRPr/>
          </a:p>
        </p:txBody>
      </p:sp>
      <p:sp>
        <p:nvSpPr>
          <p:cNvPr id="89" name="Google Shape;89;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GB" sz="1700">
                <a:solidFill>
                  <a:srgbClr val="000000"/>
                </a:solidFill>
              </a:rPr>
              <a:t>Content Writer &amp; Social Media Manager – Ibaadat Studio</a:t>
            </a:r>
            <a:endParaRPr b="1" sz="1700">
              <a:solidFill>
                <a:srgbClr val="000000"/>
              </a:solidFill>
            </a:endParaRPr>
          </a:p>
          <a:p>
            <a:pPr indent="0" lvl="0" marL="0" rtl="0" algn="l">
              <a:spcBef>
                <a:spcPts val="600"/>
              </a:spcBef>
              <a:spcAft>
                <a:spcPts val="0"/>
              </a:spcAft>
              <a:buNone/>
            </a:pPr>
            <a:r>
              <a:rPr lang="en-GB" sz="1200">
                <a:solidFill>
                  <a:srgbClr val="000000"/>
                </a:solidFill>
              </a:rPr>
              <a:t>(Internship: 2024 - 2025)</a:t>
            </a:r>
            <a:endParaRPr sz="1200">
              <a:solidFill>
                <a:srgbClr val="000000"/>
              </a:solidFill>
            </a:endParaRPr>
          </a:p>
          <a:p>
            <a:pPr indent="-304800" lvl="0" marL="457200" rtl="0" algn="l">
              <a:spcBef>
                <a:spcPts val="600"/>
              </a:spcBef>
              <a:spcAft>
                <a:spcPts val="0"/>
              </a:spcAft>
              <a:buClr>
                <a:srgbClr val="000000"/>
              </a:buClr>
              <a:buSzPts val="1200"/>
              <a:buChar char="●"/>
            </a:pPr>
            <a:r>
              <a:rPr lang="en-GB" sz="1200">
                <a:solidFill>
                  <a:srgbClr val="000000"/>
                </a:solidFill>
              </a:rPr>
              <a:t>Developed creative and engaging content for various social media channels to increase brand awareness and audience engagement.</a:t>
            </a:r>
            <a:endParaRPr sz="1200">
              <a:solidFill>
                <a:srgbClr val="000000"/>
              </a:solidFill>
            </a:endParaRPr>
          </a:p>
          <a:p>
            <a:pPr indent="-304800" lvl="0" marL="457200" rtl="0" algn="l">
              <a:spcBef>
                <a:spcPts val="0"/>
              </a:spcBef>
              <a:spcAft>
                <a:spcPts val="0"/>
              </a:spcAft>
              <a:buClr>
                <a:srgbClr val="000000"/>
              </a:buClr>
              <a:buSzPts val="1200"/>
              <a:buChar char="●"/>
            </a:pPr>
            <a:r>
              <a:rPr lang="en-GB" sz="1200">
                <a:solidFill>
                  <a:srgbClr val="000000"/>
                </a:solidFill>
              </a:rPr>
              <a:t>Managed social media platforms, including content planning, execution, and performance analysis.</a:t>
            </a:r>
            <a:endParaRPr sz="1200">
              <a:solidFill>
                <a:srgbClr val="000000"/>
              </a:solidFill>
            </a:endParaRPr>
          </a:p>
          <a:p>
            <a:pPr indent="-304800" lvl="0" marL="457200" rtl="0" algn="l">
              <a:spcBef>
                <a:spcPts val="0"/>
              </a:spcBef>
              <a:spcAft>
                <a:spcPts val="0"/>
              </a:spcAft>
              <a:buClr>
                <a:srgbClr val="000000"/>
              </a:buClr>
              <a:buSzPts val="1200"/>
              <a:buChar char="●"/>
            </a:pPr>
            <a:r>
              <a:rPr lang="en-GB" sz="1200">
                <a:solidFill>
                  <a:srgbClr val="000000"/>
                </a:solidFill>
              </a:rPr>
              <a:t>Stayed updated with the latest social media trends and algorithm changes to optimize campaign effectiveness.</a:t>
            </a:r>
            <a:endParaRPr sz="1200">
              <a:solidFill>
                <a:srgbClr val="000000"/>
              </a:solidFill>
            </a:endParaRPr>
          </a:p>
          <a:p>
            <a:pPr indent="-304800" lvl="0" marL="457200" rtl="0" algn="l">
              <a:spcBef>
                <a:spcPts val="0"/>
              </a:spcBef>
              <a:spcAft>
                <a:spcPts val="0"/>
              </a:spcAft>
              <a:buClr>
                <a:srgbClr val="000000"/>
              </a:buClr>
              <a:buSzPts val="1200"/>
              <a:buChar char="●"/>
            </a:pPr>
            <a:r>
              <a:rPr lang="en-GB" sz="1200">
                <a:solidFill>
                  <a:srgbClr val="000000"/>
                </a:solidFill>
              </a:rPr>
              <a:t>Collaborated with design and marketing teams to create unified brand messaging.</a:t>
            </a:r>
            <a:endParaRPr sz="1200">
              <a:solidFill>
                <a:srgbClr val="000000"/>
              </a:solidFill>
            </a:endParaRPr>
          </a:p>
          <a:p>
            <a:pPr indent="-304800" lvl="0" marL="457200" rtl="0" algn="l">
              <a:spcBef>
                <a:spcPts val="0"/>
              </a:spcBef>
              <a:spcAft>
                <a:spcPts val="0"/>
              </a:spcAft>
              <a:buClr>
                <a:srgbClr val="000000"/>
              </a:buClr>
              <a:buSzPts val="1200"/>
              <a:buChar char="●"/>
            </a:pPr>
            <a:r>
              <a:rPr lang="en-GB" sz="1200">
                <a:solidFill>
                  <a:srgbClr val="000000"/>
                </a:solidFill>
              </a:rPr>
              <a:t>Applied SEO principles to enhance web content visibility and drive organic traffic.</a:t>
            </a:r>
            <a:endParaRPr sz="12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439950" y="1760925"/>
            <a:ext cx="3706500" cy="1738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GB"/>
              <a:t>REEL IDEA</a:t>
            </a:r>
            <a:endParaRPr/>
          </a:p>
        </p:txBody>
      </p:sp>
      <p:pic>
        <p:nvPicPr>
          <p:cNvPr id="95" name="Google Shape;95;p18" title="drishti reel 7.mp4">
            <a:hlinkClick r:id="rId3"/>
          </p:cNvPr>
          <p:cNvPicPr preferRelativeResize="0"/>
          <p:nvPr/>
        </p:nvPicPr>
        <p:blipFill>
          <a:blip r:embed="rId4">
            <a:alphaModFix/>
          </a:blip>
          <a:stretch>
            <a:fillRect/>
          </a:stretch>
        </p:blipFill>
        <p:spPr>
          <a:xfrm>
            <a:off x="4284600" y="0"/>
            <a:ext cx="2721773" cy="5143498"/>
          </a:xfrm>
          <a:prstGeom prst="rect">
            <a:avLst/>
          </a:prstGeom>
          <a:noFill/>
          <a:ln>
            <a:noFill/>
          </a:ln>
        </p:spPr>
      </p:pic>
      <p:pic>
        <p:nvPicPr>
          <p:cNvPr id="96" name="Google Shape;96;p18" title="ok sound.mp4">
            <a:hlinkClick r:id="rId5"/>
          </p:cNvPr>
          <p:cNvPicPr preferRelativeResize="0"/>
          <p:nvPr/>
        </p:nvPicPr>
        <p:blipFill>
          <a:blip r:embed="rId6">
            <a:alphaModFix/>
          </a:blip>
          <a:stretch>
            <a:fillRect/>
          </a:stretch>
        </p:blipFill>
        <p:spPr>
          <a:xfrm>
            <a:off x="7144525" y="0"/>
            <a:ext cx="1999474" cy="51435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82950" y="1842000"/>
            <a:ext cx="3706500" cy="1459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SCRIPTING</a:t>
            </a:r>
            <a:endParaRPr/>
          </a:p>
        </p:txBody>
      </p:sp>
      <p:sp>
        <p:nvSpPr>
          <p:cNvPr id="102" name="Google Shape;102;p1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hlinkClick r:id="rId3"/>
              </a:rPr>
              <a:t>https://drive.google.com/file/d/1PozjGxzRB5XMWL1AED84-eencp52ABd0/view?usp=sharing</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https://drive.google.com/file/d/1STNCgdHXoBMkyKydNgozwy9-9eTYyk07/view?usp=sharing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297475" y="1813425"/>
            <a:ext cx="3706500" cy="1473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Why </a:t>
            </a:r>
            <a:endParaRPr/>
          </a:p>
          <a:p>
            <a:pPr indent="0" lvl="0" marL="0" rtl="0" algn="ctr">
              <a:spcBef>
                <a:spcPts val="0"/>
              </a:spcBef>
              <a:spcAft>
                <a:spcPts val="0"/>
              </a:spcAft>
              <a:buNone/>
            </a:pPr>
            <a:r>
              <a:rPr lang="en-GB"/>
              <a:t>Choose </a:t>
            </a:r>
            <a:endParaRPr/>
          </a:p>
          <a:p>
            <a:pPr indent="0" lvl="0" marL="0" rtl="0" algn="ctr">
              <a:spcBef>
                <a:spcPts val="0"/>
              </a:spcBef>
              <a:spcAft>
                <a:spcPts val="0"/>
              </a:spcAft>
              <a:buNone/>
            </a:pPr>
            <a:r>
              <a:rPr lang="en-GB"/>
              <a:t>Me?</a:t>
            </a:r>
            <a:endParaRPr/>
          </a:p>
        </p:txBody>
      </p:sp>
      <p:sp>
        <p:nvSpPr>
          <p:cNvPr id="108" name="Google Shape;108;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Proven Expertise: With a year of experience , I’ve helped company to build strong social media presence and achieve measurable result.</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Personalised Solutions: I design that reflect your unique brand and business goal, ensuring every solution is tailored to your needs.</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Result -Oriented Apporach- My focus is on delivering real, sustainable growth and engagement that lead to long -term success.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439975" y="1853050"/>
            <a:ext cx="3706500" cy="1103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Contact me</a:t>
            </a:r>
            <a:endParaRPr/>
          </a:p>
        </p:txBody>
      </p:sp>
      <p:sp>
        <p:nvSpPr>
          <p:cNvPr id="114" name="Google Shape;114;p2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fontScale="92500" lnSpcReduction="20000"/>
          </a:bodyPr>
          <a:lstStyle/>
          <a:p>
            <a:pPr indent="-357822" lvl="0" marL="457200" rtl="0" algn="ctr">
              <a:spcBef>
                <a:spcPts val="0"/>
              </a:spcBef>
              <a:spcAft>
                <a:spcPts val="0"/>
              </a:spcAft>
              <a:buClr>
                <a:srgbClr val="000000"/>
              </a:buClr>
              <a:buSzPct val="100000"/>
              <a:buChar char="●"/>
            </a:pPr>
            <a:r>
              <a:rPr lang="en-GB" sz="2200">
                <a:solidFill>
                  <a:srgbClr val="000000"/>
                </a:solidFill>
              </a:rPr>
              <a:t>Contact: 8699536975 </a:t>
            </a:r>
            <a:endParaRPr sz="2200">
              <a:solidFill>
                <a:srgbClr val="000000"/>
              </a:solidFill>
            </a:endParaRPr>
          </a:p>
          <a:p>
            <a:pPr indent="0" lvl="0" marL="457200" rtl="0" algn="ctr">
              <a:spcBef>
                <a:spcPts val="1200"/>
              </a:spcBef>
              <a:spcAft>
                <a:spcPts val="0"/>
              </a:spcAft>
              <a:buNone/>
            </a:pPr>
            <a:r>
              <a:t/>
            </a:r>
            <a:endParaRPr sz="2200">
              <a:solidFill>
                <a:srgbClr val="000000"/>
              </a:solidFill>
            </a:endParaRPr>
          </a:p>
          <a:p>
            <a:pPr indent="-357822" lvl="0" marL="457200" rtl="0" algn="ctr">
              <a:spcBef>
                <a:spcPts val="1200"/>
              </a:spcBef>
              <a:spcAft>
                <a:spcPts val="0"/>
              </a:spcAft>
              <a:buClr>
                <a:srgbClr val="000000"/>
              </a:buClr>
              <a:buSzPct val="100000"/>
              <a:buChar char="●"/>
            </a:pPr>
            <a:r>
              <a:rPr lang="en-GB" sz="2200">
                <a:solidFill>
                  <a:srgbClr val="000000"/>
                </a:solidFill>
              </a:rPr>
              <a:t> Email: u.mohit.aps@gmail.com</a:t>
            </a:r>
            <a:endParaRPr sz="2200">
              <a:solidFill>
                <a:srgbClr val="000000"/>
              </a:solidFill>
            </a:endParaRPr>
          </a:p>
          <a:p>
            <a:pPr indent="0" lvl="0" marL="457200" rtl="0" algn="ctr">
              <a:spcBef>
                <a:spcPts val="1200"/>
              </a:spcBef>
              <a:spcAft>
                <a:spcPts val="0"/>
              </a:spcAft>
              <a:buNone/>
            </a:pPr>
            <a:r>
              <a:t/>
            </a:r>
            <a:endParaRPr sz="2200">
              <a:solidFill>
                <a:srgbClr val="000000"/>
              </a:solidFill>
            </a:endParaRPr>
          </a:p>
          <a:p>
            <a:pPr indent="-357822" lvl="0" marL="457200" rtl="0" algn="ctr">
              <a:spcBef>
                <a:spcPts val="1200"/>
              </a:spcBef>
              <a:spcAft>
                <a:spcPts val="0"/>
              </a:spcAft>
              <a:buClr>
                <a:srgbClr val="000000"/>
              </a:buClr>
              <a:buSzPct val="100000"/>
              <a:buChar char="●"/>
            </a:pPr>
            <a:r>
              <a:rPr lang="en-GB" sz="2200">
                <a:solidFill>
                  <a:srgbClr val="000000"/>
                </a:solidFill>
              </a:rPr>
              <a:t>Location:  Wing 3/204, Krupa nagar HSG society, Gallanagar nallasopara east, District: Palghar </a:t>
            </a:r>
            <a:endParaRPr sz="2200">
              <a:solidFill>
                <a:srgbClr val="000000"/>
              </a:solidFill>
            </a:endParaRPr>
          </a:p>
          <a:p>
            <a:pPr indent="-357822" lvl="0" marL="457200" rtl="0" algn="ctr">
              <a:spcBef>
                <a:spcPts val="0"/>
              </a:spcBef>
              <a:spcAft>
                <a:spcPts val="0"/>
              </a:spcAft>
              <a:buClr>
                <a:srgbClr val="000000"/>
              </a:buClr>
              <a:buSzPct val="100000"/>
              <a:buChar char="●"/>
            </a:pPr>
            <a:r>
              <a:rPr lang="en-GB" sz="2200">
                <a:solidFill>
                  <a:srgbClr val="000000"/>
                </a:solidFill>
              </a:rPr>
              <a:t>Pin 401209</a:t>
            </a:r>
            <a:endParaRPr sz="2200">
              <a:solidFill>
                <a:srgbClr val="000000"/>
              </a:solidFill>
            </a:endParaRPr>
          </a:p>
          <a:p>
            <a:pPr indent="-357822" lvl="0" marL="457200" rtl="0" algn="ctr">
              <a:spcBef>
                <a:spcPts val="0"/>
              </a:spcBef>
              <a:spcAft>
                <a:spcPts val="0"/>
              </a:spcAft>
              <a:buClr>
                <a:srgbClr val="000000"/>
              </a:buClr>
              <a:buSzPct val="100000"/>
              <a:buChar char="●"/>
            </a:pPr>
            <a:r>
              <a:t/>
            </a:r>
            <a:endParaRPr sz="22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